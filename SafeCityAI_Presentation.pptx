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SafeCityAI 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AI-Based Traffic Violation Detection System</a:t>
            </a:r>
          </a:p>
          <a:p>
            <a:r>
              <a:t>Rohit Rajput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CCTV monitoring is inefficient</a:t>
            </a:r>
          </a:p>
          <a:p>
            <a:r>
              <a:t>Traffic violations increasing</a:t>
            </a:r>
          </a:p>
          <a:p>
            <a:r>
              <a:t>Need automation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Helmet / No Helmet</a:t>
            </a:r>
          </a:p>
          <a:p>
            <a:r>
              <a:t>Works on webcam, video, images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PyTorch, OpenCV, Flask</a:t>
            </a:r>
          </a:p>
          <a:p>
            <a:r>
              <a:t>YOLOv5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YOLO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 pass detection</a:t>
            </a:r>
          </a:p>
          <a:p>
            <a:r>
              <a:t>Bounding boxes + confidence score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Annotation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Traffic images collected</a:t>
            </a:r>
          </a:p>
          <a:p>
            <a:r>
              <a:t>Annotated using Roboflow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Transfer Learning (YOLOv5)</a:t>
            </a:r>
          </a:p>
          <a:p>
            <a:r>
              <a:t>Epochs: 50</a:t>
            </a:r>
          </a:p>
          <a:p>
            <a:r>
              <a:t>Output: best.pt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detection</a:t>
            </a:r>
          </a:p>
          <a:p>
            <a:r>
              <a:t>Color-coded boxes</a:t>
            </a:r>
          </a:p>
          <a:p>
            <a:r>
              <a:t>Counter system</a:t>
            </a:r>
          </a:p>
          <a:p>
            <a:r>
              <a:t>Sound alert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Accurate detection</a:t>
            </a:r>
          </a:p>
          <a:p>
            <a:r>
              <a:t>Real-time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Flask API</a:t>
            </a:r>
          </a:p>
          <a:p>
            <a:r>
              <a:t>Input: Image</a:t>
            </a:r>
          </a:p>
          <a:p>
            <a:r>
              <a:t>Output: JSON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collection</a:t>
            </a:r>
          </a:p>
          <a:p>
            <a:r>
              <a:t>OpenCV issues</a:t>
            </a:r>
          </a:p>
          <a:p>
            <a:r>
              <a:t>Environment setup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plate detection</a:t>
            </a:r>
          </a:p>
          <a:p>
            <a:r>
              <a:t>Cloud deployment</a:t>
            </a:r>
          </a:p>
          <a:p>
            <a:r>
              <a:t>Dashboard analytics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AI-based automation</a:t>
            </a:r>
          </a:p>
          <a:p>
            <a:r>
              <a:t>Efficient traffic monitoring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 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